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rels" ContentType="application/vnd.openxmlformats-package.relationships+xml"/>
  <Default Extension="xml" ContentType="application/xml"/>
  <Default Extension="png" ContentType="image/png"/>
  <Default Extension="wmf" ContentType="image/x-wmf"/>
  <Override PartName="/ppt/theme/theme2.xml" ContentType="application/vnd.openxmlformats-officedocument.theme+xml"/>
  <Override PartName="/ppt/slideLayouts/slideLayout10.xml" ContentType="application/vnd.openxmlformats-officedocument.presentationml.slideLayout+xml"/>
  <Override PartName="/ppt/presentation.xml" ContentType="application/vnd.openxmlformats-officedocument.presentationml.presentation.main+xml"/>
  <Override PartName="/ppt/slideLayouts/slideLayout5.xml" ContentType="application/vnd.openxmlformats-officedocument.presentationml.slideLayout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docProps/app.xml" ContentType="application/vnd.openxmlformats-officedocument.extended-properties+xml"/>
  <Override PartName="/ppt/viewProps.xml" ContentType="application/vnd.openxmlformats-officedocument.presentationml.viewProps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Slides/notesSlide1.xml" ContentType="application/vnd.openxmlformats-officedocument.presentationml.notesSlide+xml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7"/>
  </p:notesMasterIdLst>
  <p:sldIdLst>
    <p:sldId id="256" r:id="rId4"/>
    <p:sldId id="257" r:id="rId5"/>
    <p:sldId id="258" r:id="rId6"/>
  </p:sldIdLst>
  <p:sldSz cx="12192000" cy="6858000"/>
  <p:notesSz cx="6858000" cy="9144000"/>
  <p:defaultTextStyle>
    <a:defPPr>
      <a:defRPr lang="pt-BR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 /><Relationship Id="rId9" Type="http://schemas.openxmlformats.org/officeDocument/2006/relationships/tableStyles" Target="tableStyles.xml" /><Relationship Id="rId10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0675643" name="Espaço reservado para cabeçalho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2005428049" name="Marcador de Posição da Data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pt-BR"/>
              <a:t>10/30/2013</a:t>
            </a:fld>
            <a:endParaRPr lang="pt-BR"/>
          </a:p>
        </p:txBody>
      </p:sp>
      <p:sp>
        <p:nvSpPr>
          <p:cNvPr id="1992694835" name="Espaço reservado para imagem de slide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pt-BR"/>
          </a:p>
        </p:txBody>
      </p:sp>
      <p:sp>
        <p:nvSpPr>
          <p:cNvPr id="624057980" name="Espaço reservado para notas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pt-BR"/>
              <a:t>Clique para editar os estilos</a:t>
            </a:r>
            <a:endParaRPr/>
          </a:p>
          <a:p>
            <a:pPr lvl="1">
              <a:defRPr/>
            </a:pPr>
            <a:r>
              <a:rPr lang="pt-BR"/>
              <a:t>Segundo nível</a:t>
            </a:r>
            <a:endParaRPr/>
          </a:p>
          <a:p>
            <a:pPr lvl="2">
              <a:defRPr/>
            </a:pPr>
            <a:r>
              <a:rPr lang="pt-BR"/>
              <a:t>Terceiro nível</a:t>
            </a:r>
            <a:endParaRPr/>
          </a:p>
          <a:p>
            <a:pPr lvl="3">
              <a:defRPr/>
            </a:pPr>
            <a:r>
              <a:rPr lang="pt-BR"/>
              <a:t>Quarto nível</a:t>
            </a:r>
            <a:endParaRPr/>
          </a:p>
          <a:p>
            <a:pPr lvl="4">
              <a:defRPr/>
            </a:pPr>
            <a:r>
              <a:rPr lang="pt-BR"/>
              <a:t>Quinto nível</a:t>
            </a:r>
            <a:endParaRPr lang="pt-BR"/>
          </a:p>
        </p:txBody>
      </p:sp>
      <p:sp>
        <p:nvSpPr>
          <p:cNvPr id="652319234" name="Marcador de Posição do Rodapé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100997295" name="Marcador de Posição do Número do Diapositivo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pt-BR"/>
              <a:t>‹#›</a:t>
            </a:fld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8470252" name="Espaço reservado para imagem de slide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8139016" name="Espaço reservado para notas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pt-BR">
              <a:latin typeface="Arial"/>
              <a:cs typeface="Arial"/>
            </a:endParaRPr>
          </a:p>
        </p:txBody>
      </p:sp>
      <p:sp>
        <p:nvSpPr>
          <p:cNvPr id="492055112" name="Marcador de Posição do Número do Diapositivo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pt-BR"/>
              <a:t>1</a:t>
            </a:fld>
            <a:endParaRPr lang="pt-BR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B41EE87-473D-7648-A28F-DE91706C221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077720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704976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50302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9D55D69-35B1-4974-5DCE-FBD99DE2DF4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Diapositivo de títul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5146421" name="Título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pt-BR"/>
              <a:t>Clique para editar o estilo</a:t>
            </a:r>
            <a:endParaRPr lang="pt-BR"/>
          </a:p>
        </p:txBody>
      </p:sp>
      <p:sp>
        <p:nvSpPr>
          <p:cNvPr id="1413203920" name="Subtítulo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pt-BR"/>
              <a:t>Faça clique para editar o estilo</a:t>
            </a:r>
            <a:endParaRPr lang="pt-BR"/>
          </a:p>
        </p:txBody>
      </p:sp>
      <p:sp>
        <p:nvSpPr>
          <p:cNvPr id="467418650" name="Marcador de Posição da Data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pt-BR"/>
              <a:t>30.10.2013</a:t>
            </a:fld>
            <a:endParaRPr lang="pt-BR"/>
          </a:p>
        </p:txBody>
      </p:sp>
      <p:sp>
        <p:nvSpPr>
          <p:cNvPr id="1071870922" name="Marcador de Posição do Rodapé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pt-BR"/>
          </a:p>
        </p:txBody>
      </p:sp>
      <p:sp>
        <p:nvSpPr>
          <p:cNvPr id="855666224" name="Marcador de Posição do Número do Diapositivo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pt-BR"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ítulo e object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2378825" name="Títu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pt-BR"/>
              <a:t>Clique para editar o estilo</a:t>
            </a:r>
            <a:endParaRPr lang="pt-BR"/>
          </a:p>
        </p:txBody>
      </p:sp>
      <p:sp>
        <p:nvSpPr>
          <p:cNvPr id="1917780579" name="Marcador de Posição de Conteúdo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pt-BR"/>
              <a:t>Clique para editar os estilos</a:t>
            </a:r>
            <a:endParaRPr/>
          </a:p>
          <a:p>
            <a:pPr lvl="1">
              <a:defRPr/>
            </a:pPr>
            <a:r>
              <a:rPr lang="pt-BR"/>
              <a:t>Segundo nível</a:t>
            </a:r>
            <a:endParaRPr/>
          </a:p>
          <a:p>
            <a:pPr lvl="2">
              <a:defRPr/>
            </a:pPr>
            <a:r>
              <a:rPr lang="pt-BR"/>
              <a:t>Terceiro nível</a:t>
            </a:r>
            <a:endParaRPr/>
          </a:p>
          <a:p>
            <a:pPr lvl="3">
              <a:defRPr/>
            </a:pPr>
            <a:r>
              <a:rPr lang="pt-BR"/>
              <a:t>Quarto nível</a:t>
            </a:r>
            <a:endParaRPr/>
          </a:p>
          <a:p>
            <a:pPr lvl="4">
              <a:defRPr/>
            </a:pPr>
            <a:r>
              <a:rPr lang="pt-BR"/>
              <a:t>Quinto nível</a:t>
            </a:r>
            <a:endParaRPr lang="pt-BR"/>
          </a:p>
        </p:txBody>
      </p:sp>
      <p:sp>
        <p:nvSpPr>
          <p:cNvPr id="80184502" name="Marcador de Posição da Data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pt-BR"/>
              <a:t>30.10.2013</a:t>
            </a:fld>
            <a:endParaRPr lang="pt-BR"/>
          </a:p>
        </p:txBody>
      </p:sp>
      <p:sp>
        <p:nvSpPr>
          <p:cNvPr id="339652859" name="Marcador de Posição do Rodapé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pt-BR"/>
          </a:p>
        </p:txBody>
      </p:sp>
      <p:sp>
        <p:nvSpPr>
          <p:cNvPr id="388734311" name="Marcador de Posição do Número do Diapositivo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pt-BR"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Cabeçalho da Secçã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9511751" name="Título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pt-BR"/>
              <a:t>Clique para editar o estilo</a:t>
            </a:r>
            <a:endParaRPr lang="pt-BR"/>
          </a:p>
        </p:txBody>
      </p:sp>
      <p:sp>
        <p:nvSpPr>
          <p:cNvPr id="427476347" name="Marcador de Posição do Texto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pt-BR"/>
              <a:t>Clique para editar os estilos</a:t>
            </a:r>
            <a:endParaRPr/>
          </a:p>
        </p:txBody>
      </p:sp>
      <p:sp>
        <p:nvSpPr>
          <p:cNvPr id="21802092" name="Marcador de Posição da Data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pt-BR"/>
              <a:t>30.10.2013</a:t>
            </a:fld>
            <a:endParaRPr lang="pt-BR"/>
          </a:p>
        </p:txBody>
      </p:sp>
      <p:sp>
        <p:nvSpPr>
          <p:cNvPr id="1561434950" name="Marcador de Posição do Rodapé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pt-BR"/>
          </a:p>
        </p:txBody>
      </p:sp>
      <p:sp>
        <p:nvSpPr>
          <p:cNvPr id="982448604" name="Marcador de Posição do Número do Diapositivo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pt-BR"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Conteúdo Dupl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8831595" name="Títu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pt-BR"/>
              <a:t>Clique para editar o estilo</a:t>
            </a:r>
            <a:endParaRPr lang="pt-BR"/>
          </a:p>
        </p:txBody>
      </p:sp>
      <p:sp>
        <p:nvSpPr>
          <p:cNvPr id="1643427797" name="Marcador de Posição de Conteúdo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pt-BR"/>
              <a:t>Clique para editar os estilos</a:t>
            </a:r>
            <a:endParaRPr/>
          </a:p>
          <a:p>
            <a:pPr lvl="1">
              <a:defRPr/>
            </a:pPr>
            <a:r>
              <a:rPr lang="pt-BR"/>
              <a:t>Segundo nível</a:t>
            </a:r>
            <a:endParaRPr/>
          </a:p>
          <a:p>
            <a:pPr lvl="2">
              <a:defRPr/>
            </a:pPr>
            <a:r>
              <a:rPr lang="pt-BR"/>
              <a:t>Terceiro nível</a:t>
            </a:r>
            <a:endParaRPr/>
          </a:p>
          <a:p>
            <a:pPr lvl="3">
              <a:defRPr/>
            </a:pPr>
            <a:r>
              <a:rPr lang="pt-BR"/>
              <a:t>Quarto nível</a:t>
            </a:r>
            <a:endParaRPr/>
          </a:p>
          <a:p>
            <a:pPr lvl="4">
              <a:defRPr/>
            </a:pPr>
            <a:r>
              <a:rPr lang="pt-BR"/>
              <a:t>Quinto nível</a:t>
            </a:r>
            <a:endParaRPr lang="pt-BR"/>
          </a:p>
        </p:txBody>
      </p:sp>
      <p:sp>
        <p:nvSpPr>
          <p:cNvPr id="15396518" name="Marcador de Posição de Conteúdo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pt-BR"/>
              <a:t>Clique para editar os estilos</a:t>
            </a:r>
            <a:endParaRPr/>
          </a:p>
          <a:p>
            <a:pPr lvl="1">
              <a:defRPr/>
            </a:pPr>
            <a:r>
              <a:rPr lang="pt-BR"/>
              <a:t>Segundo nível</a:t>
            </a:r>
            <a:endParaRPr/>
          </a:p>
          <a:p>
            <a:pPr lvl="2">
              <a:defRPr/>
            </a:pPr>
            <a:r>
              <a:rPr lang="pt-BR"/>
              <a:t>Terceiro nível</a:t>
            </a:r>
            <a:endParaRPr/>
          </a:p>
          <a:p>
            <a:pPr lvl="3">
              <a:defRPr/>
            </a:pPr>
            <a:r>
              <a:rPr lang="pt-BR"/>
              <a:t>Quarto nível</a:t>
            </a:r>
            <a:endParaRPr/>
          </a:p>
          <a:p>
            <a:pPr lvl="4">
              <a:defRPr/>
            </a:pPr>
            <a:r>
              <a:rPr lang="pt-BR"/>
              <a:t>Quinto nível</a:t>
            </a:r>
            <a:endParaRPr lang="pt-BR"/>
          </a:p>
        </p:txBody>
      </p:sp>
      <p:sp>
        <p:nvSpPr>
          <p:cNvPr id="159445822" name="Marcador de Posição da Data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pt-BR"/>
              <a:t>30.10.2013</a:t>
            </a:fld>
            <a:endParaRPr lang="pt-BR"/>
          </a:p>
        </p:txBody>
      </p:sp>
      <p:sp>
        <p:nvSpPr>
          <p:cNvPr id="1427727405" name="Marcador de Posição do Rodapé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pt-BR"/>
          </a:p>
        </p:txBody>
      </p:sp>
      <p:sp>
        <p:nvSpPr>
          <p:cNvPr id="1533437437" name="Marcador de Posição do Número do Diapositivo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pt-BR"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açã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6054714" name="Título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pt-BR"/>
              <a:t>Clique para editar o estilo</a:t>
            </a:r>
            <a:endParaRPr lang="pt-BR"/>
          </a:p>
        </p:txBody>
      </p:sp>
      <p:sp>
        <p:nvSpPr>
          <p:cNvPr id="99440425" name="Marcador de Posição do Texto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pt-BR"/>
              <a:t>Clique para editar os estilos</a:t>
            </a:r>
            <a:endParaRPr/>
          </a:p>
        </p:txBody>
      </p:sp>
      <p:sp>
        <p:nvSpPr>
          <p:cNvPr id="46316022" name="Marcador de Posição de Conteúdo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pt-BR"/>
              <a:t>Clique para editar os estilos</a:t>
            </a:r>
            <a:endParaRPr/>
          </a:p>
          <a:p>
            <a:pPr lvl="1">
              <a:defRPr/>
            </a:pPr>
            <a:r>
              <a:rPr lang="pt-BR"/>
              <a:t>Segundo nível</a:t>
            </a:r>
            <a:endParaRPr/>
          </a:p>
          <a:p>
            <a:pPr lvl="2">
              <a:defRPr/>
            </a:pPr>
            <a:r>
              <a:rPr lang="pt-BR"/>
              <a:t>Terceiro nível</a:t>
            </a:r>
            <a:endParaRPr/>
          </a:p>
          <a:p>
            <a:pPr lvl="3">
              <a:defRPr/>
            </a:pPr>
            <a:r>
              <a:rPr lang="pt-BR"/>
              <a:t>Quarto nível</a:t>
            </a:r>
            <a:endParaRPr/>
          </a:p>
          <a:p>
            <a:pPr lvl="4">
              <a:defRPr/>
            </a:pPr>
            <a:r>
              <a:rPr lang="pt-BR"/>
              <a:t>Quinto nível</a:t>
            </a:r>
            <a:endParaRPr lang="pt-BR"/>
          </a:p>
        </p:txBody>
      </p:sp>
      <p:sp>
        <p:nvSpPr>
          <p:cNvPr id="1654385916" name="Marcador de Posição do Texto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pt-BR"/>
              <a:t>Clique para editar os estilos</a:t>
            </a:r>
            <a:endParaRPr/>
          </a:p>
        </p:txBody>
      </p:sp>
      <p:sp>
        <p:nvSpPr>
          <p:cNvPr id="247665896" name="Marcador de Posição de Conteúdo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pt-BR"/>
              <a:t>Clique para editar os estilos</a:t>
            </a:r>
            <a:endParaRPr/>
          </a:p>
          <a:p>
            <a:pPr lvl="1">
              <a:defRPr/>
            </a:pPr>
            <a:r>
              <a:rPr lang="pt-BR"/>
              <a:t>Segundo nível</a:t>
            </a:r>
            <a:endParaRPr/>
          </a:p>
          <a:p>
            <a:pPr lvl="2">
              <a:defRPr/>
            </a:pPr>
            <a:r>
              <a:rPr lang="pt-BR"/>
              <a:t>Terceiro nível</a:t>
            </a:r>
            <a:endParaRPr/>
          </a:p>
          <a:p>
            <a:pPr lvl="3">
              <a:defRPr/>
            </a:pPr>
            <a:r>
              <a:rPr lang="pt-BR"/>
              <a:t>Quarto nível</a:t>
            </a:r>
            <a:endParaRPr/>
          </a:p>
          <a:p>
            <a:pPr lvl="4">
              <a:defRPr/>
            </a:pPr>
            <a:r>
              <a:rPr lang="pt-BR"/>
              <a:t>Quinto nível</a:t>
            </a:r>
            <a:endParaRPr lang="pt-BR"/>
          </a:p>
        </p:txBody>
      </p:sp>
      <p:sp>
        <p:nvSpPr>
          <p:cNvPr id="1306887986" name="Marcador de Posição da Data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pt-BR"/>
              <a:t>30.10.2013</a:t>
            </a:fld>
            <a:endParaRPr lang="pt-BR"/>
          </a:p>
        </p:txBody>
      </p:sp>
      <p:sp>
        <p:nvSpPr>
          <p:cNvPr id="1875121650" name="Marcador de Posição do Rodapé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pt-BR"/>
          </a:p>
        </p:txBody>
      </p:sp>
      <p:sp>
        <p:nvSpPr>
          <p:cNvPr id="961468882" name="Marcador de Posição do Número do Diapositivo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pt-BR"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Só títul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0285613" name="Títu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pt-BR"/>
              <a:t>Clique para editar o estilo</a:t>
            </a:r>
            <a:endParaRPr lang="pt-BR"/>
          </a:p>
        </p:txBody>
      </p:sp>
      <p:sp>
        <p:nvSpPr>
          <p:cNvPr id="1704403078" name="Marcador de Posição da Data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pt-BR"/>
              <a:t>30.10.2013</a:t>
            </a:fld>
            <a:endParaRPr lang="pt-BR"/>
          </a:p>
        </p:txBody>
      </p:sp>
      <p:sp>
        <p:nvSpPr>
          <p:cNvPr id="1077229221" name="Marcador de Posição do Rodapé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pt-BR"/>
          </a:p>
        </p:txBody>
      </p:sp>
      <p:sp>
        <p:nvSpPr>
          <p:cNvPr id="991035092" name="Marcador de Posição do Número do Diapositivo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pt-BR"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Em branc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7827409" name="Marcador de Posição da Data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pt-BR"/>
              <a:t>30.10.2013</a:t>
            </a:fld>
            <a:endParaRPr lang="pt-BR"/>
          </a:p>
        </p:txBody>
      </p:sp>
      <p:sp>
        <p:nvSpPr>
          <p:cNvPr id="1935983732" name="Marcador de Posição do Rodapé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pt-BR"/>
          </a:p>
        </p:txBody>
      </p:sp>
      <p:sp>
        <p:nvSpPr>
          <p:cNvPr id="1818015181" name="Marcador de Posição do Número do Diapositivo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pt-BR"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údo com Legenda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3024078" name="Título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pt-BR"/>
              <a:t>Clique para editar os estilos</a:t>
            </a:r>
            <a:endParaRPr lang="pt-BR"/>
          </a:p>
        </p:txBody>
      </p:sp>
      <p:sp>
        <p:nvSpPr>
          <p:cNvPr id="1290376451" name="Marcador de Posição de Conteúdo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pt-BR"/>
              <a:t>Clique para editar os estilos</a:t>
            </a:r>
            <a:endParaRPr/>
          </a:p>
          <a:p>
            <a:pPr lvl="1">
              <a:defRPr/>
            </a:pPr>
            <a:r>
              <a:rPr lang="pt-BR"/>
              <a:t>Segundo nível</a:t>
            </a:r>
            <a:endParaRPr/>
          </a:p>
          <a:p>
            <a:pPr lvl="2">
              <a:defRPr/>
            </a:pPr>
            <a:r>
              <a:rPr lang="pt-BR"/>
              <a:t>Terceiro nível</a:t>
            </a:r>
            <a:endParaRPr/>
          </a:p>
          <a:p>
            <a:pPr lvl="3">
              <a:defRPr/>
            </a:pPr>
            <a:r>
              <a:rPr lang="pt-BR"/>
              <a:t>Quarto nível</a:t>
            </a:r>
            <a:endParaRPr/>
          </a:p>
          <a:p>
            <a:pPr lvl="4">
              <a:defRPr/>
            </a:pPr>
            <a:r>
              <a:rPr lang="pt-BR"/>
              <a:t>Quinto nível</a:t>
            </a:r>
            <a:endParaRPr lang="pt-BR"/>
          </a:p>
        </p:txBody>
      </p:sp>
      <p:sp>
        <p:nvSpPr>
          <p:cNvPr id="574404814" name="Marcador de Posição do Texto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pt-BR"/>
              <a:t>Clique para editar os estilos</a:t>
            </a:r>
            <a:endParaRPr/>
          </a:p>
        </p:txBody>
      </p:sp>
      <p:sp>
        <p:nvSpPr>
          <p:cNvPr id="560680733" name="Marcador de Posição da Data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pt-BR"/>
              <a:t>30.10.2013</a:t>
            </a:fld>
            <a:endParaRPr lang="pt-BR"/>
          </a:p>
        </p:txBody>
      </p:sp>
      <p:sp>
        <p:nvSpPr>
          <p:cNvPr id="1343637115" name="Marcador de Posição do Rodapé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pt-BR"/>
          </a:p>
        </p:txBody>
      </p:sp>
      <p:sp>
        <p:nvSpPr>
          <p:cNvPr id="416041065" name="Marcador de Posição do Número do Diapositivo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pt-BR"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Imagem com Legenda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1507743" name="Título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pt-BR"/>
              <a:t>Clique para editar o estilo</a:t>
            </a:r>
            <a:endParaRPr lang="pt-BR"/>
          </a:p>
        </p:txBody>
      </p:sp>
      <p:sp>
        <p:nvSpPr>
          <p:cNvPr id="143582198" name="Marcador de Posição da Imagem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pt-BR"/>
              <a:t>Clique no ícone para adicionar imagem</a:t>
            </a:r>
            <a:endParaRPr lang="pt-BR"/>
          </a:p>
        </p:txBody>
      </p:sp>
      <p:sp>
        <p:nvSpPr>
          <p:cNvPr id="1343627653" name="Marcador de Posição do Texto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pt-BR"/>
              <a:t>Clique para editar os estilos</a:t>
            </a:r>
            <a:endParaRPr/>
          </a:p>
        </p:txBody>
      </p:sp>
      <p:sp>
        <p:nvSpPr>
          <p:cNvPr id="1506988497" name="Marcador de Posição da Data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pt-BR"/>
              <a:t>30.10.2013</a:t>
            </a:fld>
            <a:endParaRPr lang="pt-BR"/>
          </a:p>
        </p:txBody>
      </p:sp>
      <p:sp>
        <p:nvSpPr>
          <p:cNvPr id="261088286" name="Marcador de Posição do Rodapé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pt-BR"/>
          </a:p>
        </p:txBody>
      </p:sp>
      <p:sp>
        <p:nvSpPr>
          <p:cNvPr id="1049176274" name="Marcador de Posição do Número do Diapositivo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pt-BR"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ítulo e texto vertical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8332707" name="Títu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pt-BR"/>
              <a:t>Clique para editar o estilo</a:t>
            </a:r>
            <a:endParaRPr lang="pt-BR"/>
          </a:p>
        </p:txBody>
      </p:sp>
      <p:sp>
        <p:nvSpPr>
          <p:cNvPr id="1397572195" name="Marcador de Posição de Texto Vertical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pt-BR"/>
              <a:t>Clique para editar os estilos</a:t>
            </a:r>
            <a:endParaRPr/>
          </a:p>
          <a:p>
            <a:pPr lvl="1">
              <a:defRPr/>
            </a:pPr>
            <a:r>
              <a:rPr lang="pt-BR"/>
              <a:t>Segundo nível</a:t>
            </a:r>
            <a:endParaRPr/>
          </a:p>
          <a:p>
            <a:pPr lvl="2">
              <a:defRPr/>
            </a:pPr>
            <a:r>
              <a:rPr lang="pt-BR"/>
              <a:t>Terceiro nível</a:t>
            </a:r>
            <a:endParaRPr/>
          </a:p>
          <a:p>
            <a:pPr lvl="3">
              <a:defRPr/>
            </a:pPr>
            <a:r>
              <a:rPr lang="pt-BR"/>
              <a:t>Quarto nível</a:t>
            </a:r>
            <a:endParaRPr/>
          </a:p>
          <a:p>
            <a:pPr lvl="4">
              <a:defRPr/>
            </a:pPr>
            <a:r>
              <a:rPr lang="pt-BR"/>
              <a:t>Quinto nível</a:t>
            </a:r>
            <a:endParaRPr lang="pt-BR"/>
          </a:p>
        </p:txBody>
      </p:sp>
      <p:sp>
        <p:nvSpPr>
          <p:cNvPr id="658850015" name="Marcador de Posição da Data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pt-BR"/>
              <a:t>30.10.2013</a:t>
            </a:fld>
            <a:endParaRPr lang="pt-BR"/>
          </a:p>
        </p:txBody>
      </p:sp>
      <p:sp>
        <p:nvSpPr>
          <p:cNvPr id="1732334895" name="Marcador de Posição do Rodapé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pt-BR"/>
          </a:p>
        </p:txBody>
      </p:sp>
      <p:sp>
        <p:nvSpPr>
          <p:cNvPr id="1095231826" name="Marcador de Posição do Número do Diapositivo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pt-BR"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Título vertical e text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2602042" name="Título Vertical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pt-BR"/>
              <a:t>Clique para editar o estilo</a:t>
            </a:r>
            <a:endParaRPr lang="pt-BR"/>
          </a:p>
        </p:txBody>
      </p:sp>
      <p:sp>
        <p:nvSpPr>
          <p:cNvPr id="1914402565" name="Marcador de Posição de Texto Vertical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pt-BR"/>
              <a:t>Clique para editar os estilos</a:t>
            </a:r>
            <a:endParaRPr/>
          </a:p>
          <a:p>
            <a:pPr lvl="1">
              <a:defRPr/>
            </a:pPr>
            <a:r>
              <a:rPr lang="pt-BR"/>
              <a:t>Segundo nível</a:t>
            </a:r>
            <a:endParaRPr/>
          </a:p>
          <a:p>
            <a:pPr lvl="2">
              <a:defRPr/>
            </a:pPr>
            <a:r>
              <a:rPr lang="pt-BR"/>
              <a:t>Terceiro nível</a:t>
            </a:r>
            <a:endParaRPr/>
          </a:p>
          <a:p>
            <a:pPr lvl="3">
              <a:defRPr/>
            </a:pPr>
            <a:r>
              <a:rPr lang="pt-BR"/>
              <a:t>Quarto nível</a:t>
            </a:r>
            <a:endParaRPr/>
          </a:p>
          <a:p>
            <a:pPr lvl="4">
              <a:defRPr/>
            </a:pPr>
            <a:r>
              <a:rPr lang="pt-BR"/>
              <a:t>Quinto nível</a:t>
            </a:r>
            <a:endParaRPr lang="pt-BR"/>
          </a:p>
        </p:txBody>
      </p:sp>
      <p:sp>
        <p:nvSpPr>
          <p:cNvPr id="125069282" name="Marcador de Posição da Data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pt-BR"/>
              <a:t>30.10.2013</a:t>
            </a:fld>
            <a:endParaRPr lang="pt-BR"/>
          </a:p>
        </p:txBody>
      </p:sp>
      <p:sp>
        <p:nvSpPr>
          <p:cNvPr id="1865599105" name="Marcador de Posição do Rodapé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pt-BR"/>
          </a:p>
        </p:txBody>
      </p:sp>
      <p:sp>
        <p:nvSpPr>
          <p:cNvPr id="554757459" name="Marcador de Posição do Número do Diapositivo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pt-BR"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9736571" name="Marcador de Posição do Título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pt-BR"/>
              <a:t>Clique para editar o estilo</a:t>
            </a:r>
            <a:endParaRPr lang="pt-BR"/>
          </a:p>
        </p:txBody>
      </p:sp>
      <p:sp>
        <p:nvSpPr>
          <p:cNvPr id="1298686848" name="Marcador de Posição do Texto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pt-BR"/>
              <a:t>Clique para editar os estilos</a:t>
            </a:r>
            <a:endParaRPr/>
          </a:p>
          <a:p>
            <a:pPr lvl="1">
              <a:defRPr/>
            </a:pPr>
            <a:r>
              <a:rPr lang="pt-BR"/>
              <a:t>Segundo nível</a:t>
            </a:r>
            <a:endParaRPr/>
          </a:p>
          <a:p>
            <a:pPr lvl="2">
              <a:defRPr/>
            </a:pPr>
            <a:r>
              <a:rPr lang="pt-BR"/>
              <a:t>Terceiro nível</a:t>
            </a:r>
            <a:endParaRPr/>
          </a:p>
          <a:p>
            <a:pPr lvl="3">
              <a:defRPr/>
            </a:pPr>
            <a:r>
              <a:rPr lang="pt-BR"/>
              <a:t>Quarto nível</a:t>
            </a:r>
            <a:endParaRPr/>
          </a:p>
          <a:p>
            <a:pPr lvl="4">
              <a:defRPr/>
            </a:pPr>
            <a:r>
              <a:rPr lang="pt-BR"/>
              <a:t>Quinto nível</a:t>
            </a:r>
            <a:endParaRPr lang="pt-BR"/>
          </a:p>
        </p:txBody>
      </p:sp>
      <p:sp>
        <p:nvSpPr>
          <p:cNvPr id="864510230" name="Marcador de Posição da Data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pt-BR"/>
              <a:t>30.10.2013</a:t>
            </a:fld>
            <a:endParaRPr lang="pt-BR"/>
          </a:p>
        </p:txBody>
      </p:sp>
      <p:sp>
        <p:nvSpPr>
          <p:cNvPr id="972686106" name="Marcador de Posição do Rodapé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984723822" name="Marcador de Posição do Número do Diapositivo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pt-BR"/>
              <a:t>‹#›</a:t>
            </a:fld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89198162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4670" y="0"/>
            <a:ext cx="4674947" cy="6858000"/>
          </a:xfrm>
          <a:prstGeom prst="rect">
            <a:avLst/>
          </a:prstGeom>
        </p:spPr>
      </p:pic>
      <p:sp>
        <p:nvSpPr>
          <p:cNvPr id="120916375" name=""/>
          <p:cNvSpPr/>
          <p:nvPr/>
        </p:nvSpPr>
        <p:spPr bwMode="auto">
          <a:xfrm rot="0" flipH="0" flipV="0">
            <a:off x="3559182" y="52638"/>
            <a:ext cx="1112118" cy="701841"/>
          </a:xfrm>
          <a:prstGeom prst="rect">
            <a:avLst/>
          </a:prstGeom>
          <a:noFill/>
          <a:ln w="19050" cap="flat" cmpd="sng" algn="ctr">
            <a:solidFill>
              <a:srgbClr val="FF000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03092481" name=""/>
          <p:cNvSpPr/>
          <p:nvPr/>
        </p:nvSpPr>
        <p:spPr bwMode="auto">
          <a:xfrm rot="0" flipH="0" flipV="0">
            <a:off x="3559182" y="754480"/>
            <a:ext cx="1112118" cy="701841"/>
          </a:xfrm>
          <a:prstGeom prst="rect">
            <a:avLst/>
          </a:prstGeom>
          <a:noFill/>
          <a:ln w="19050" cap="flat" cmpd="sng" algn="ctr">
            <a:solidFill>
              <a:srgbClr val="FF000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492035633" name=""/>
          <p:cNvSpPr/>
          <p:nvPr/>
        </p:nvSpPr>
        <p:spPr bwMode="auto">
          <a:xfrm rot="0" flipH="0" flipV="0">
            <a:off x="2447063" y="754480"/>
            <a:ext cx="1112118" cy="701841"/>
          </a:xfrm>
          <a:prstGeom prst="rect">
            <a:avLst/>
          </a:prstGeom>
          <a:noFill/>
          <a:ln w="19050" cap="flat" cmpd="sng" algn="ctr">
            <a:solidFill>
              <a:srgbClr val="FF000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970953321" name=""/>
          <p:cNvSpPr/>
          <p:nvPr/>
        </p:nvSpPr>
        <p:spPr bwMode="auto">
          <a:xfrm rot="0" flipH="0" flipV="0">
            <a:off x="3559182" y="2175236"/>
            <a:ext cx="1112118" cy="701841"/>
          </a:xfrm>
          <a:prstGeom prst="rect">
            <a:avLst/>
          </a:prstGeom>
          <a:noFill/>
          <a:ln w="19050" cap="flat" cmpd="sng" algn="ctr">
            <a:solidFill>
              <a:srgbClr val="FF000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13066122" name=""/>
          <p:cNvSpPr/>
          <p:nvPr/>
        </p:nvSpPr>
        <p:spPr bwMode="auto">
          <a:xfrm rot="0" flipH="0" flipV="0">
            <a:off x="3559182" y="2877078"/>
            <a:ext cx="1112118" cy="701841"/>
          </a:xfrm>
          <a:prstGeom prst="rect">
            <a:avLst/>
          </a:prstGeom>
          <a:noFill/>
          <a:ln w="19050" cap="flat" cmpd="sng" algn="ctr">
            <a:solidFill>
              <a:srgbClr val="FF000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62449621" name=""/>
          <p:cNvSpPr/>
          <p:nvPr/>
        </p:nvSpPr>
        <p:spPr bwMode="auto">
          <a:xfrm rot="0" flipH="0" flipV="0">
            <a:off x="1334944" y="4287809"/>
            <a:ext cx="1112118" cy="701841"/>
          </a:xfrm>
          <a:prstGeom prst="rect">
            <a:avLst/>
          </a:prstGeom>
          <a:noFill/>
          <a:ln w="19050" cap="flat" cmpd="sng" algn="ctr">
            <a:solidFill>
              <a:srgbClr val="FF000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4645368" name=""/>
          <p:cNvSpPr txBox="1"/>
          <p:nvPr/>
        </p:nvSpPr>
        <p:spPr bwMode="auto">
          <a:xfrm rot="0" flipH="0" flipV="0">
            <a:off x="5081702" y="259541"/>
            <a:ext cx="6864975" cy="13719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b="1">
                <a:latin typeface="Consolas"/>
                <a:ea typeface="Consolas"/>
                <a:cs typeface="Consolas"/>
              </a:rPr>
              <a:t>d-GEV</a:t>
            </a:r>
            <a:r>
              <a:rPr sz="1400">
                <a:latin typeface="Consolas"/>
                <a:ea typeface="Consolas"/>
                <a:cs typeface="Consolas"/>
              </a:rPr>
              <a:t> (Koutsoyiannis et al. 1998 + Ulrich et al. 2020):</a:t>
            </a:r>
            <a:endParaRPr sz="1400">
              <a:latin typeface="Consolas"/>
              <a:ea typeface="Consolas"/>
              <a:cs typeface="Consolas"/>
            </a:endParaRPr>
          </a:p>
          <a:p>
            <a:pPr>
              <a:defRPr/>
            </a:pPr>
            <a:endParaRPr sz="1400">
              <a:latin typeface="Consolas"/>
              <a:cs typeface="Consolas"/>
            </a:endParaRPr>
          </a:p>
          <a:p>
            <a:pPr marL="283879" indent="-283879">
              <a:buFont typeface="Arial"/>
              <a:buChar char="•"/>
              <a:defRPr/>
            </a:pPr>
            <a:r>
              <a:rPr sz="1400" b="1">
                <a:latin typeface="Consolas"/>
                <a:ea typeface="Consolas"/>
                <a:cs typeface="Consolas"/>
              </a:rPr>
              <a:t>Posição </a:t>
            </a:r>
            <a:r>
              <a:rPr sz="1400">
                <a:latin typeface="Consolas"/>
                <a:ea typeface="Consolas"/>
                <a:cs typeface="Consolas"/>
              </a:rPr>
              <a:t>e </a:t>
            </a:r>
            <a:r>
              <a:rPr sz="1400" b="1">
                <a:latin typeface="Consolas"/>
                <a:ea typeface="Consolas"/>
                <a:cs typeface="Consolas"/>
              </a:rPr>
              <a:t>escala</a:t>
            </a:r>
            <a:r>
              <a:rPr sz="1400">
                <a:latin typeface="Consolas"/>
                <a:ea typeface="Consolas"/>
                <a:cs typeface="Consolas"/>
              </a:rPr>
              <a:t>: invariância de escala simples</a:t>
            </a:r>
            <a:endParaRPr sz="1400">
              <a:latin typeface="Consolas"/>
              <a:ea typeface="Consolas"/>
              <a:cs typeface="Consolas"/>
            </a:endParaRPr>
          </a:p>
          <a:p>
            <a:pPr marL="283879" indent="-283879">
              <a:buFont typeface="Arial"/>
              <a:buChar char="•"/>
              <a:defRPr/>
            </a:pPr>
            <a:r>
              <a:rPr sz="1400" b="1">
                <a:latin typeface="Consolas"/>
                <a:ea typeface="Consolas"/>
                <a:cs typeface="Consolas"/>
              </a:rPr>
              <a:t>Forma</a:t>
            </a:r>
            <a:r>
              <a:rPr sz="1400" b="0">
                <a:latin typeface="Consolas"/>
                <a:ea typeface="Consolas"/>
                <a:cs typeface="Consolas"/>
              </a:rPr>
              <a:t>:</a:t>
            </a:r>
            <a:r>
              <a:rPr sz="1400">
                <a:latin typeface="Consolas"/>
                <a:ea typeface="Consolas"/>
                <a:cs typeface="Consolas"/>
              </a:rPr>
              <a:t> constante ao longo das durações (1—24 h, mais informação)</a:t>
            </a:r>
            <a:endParaRPr sz="1400">
              <a:latin typeface="Consolas"/>
              <a:ea typeface="Consolas"/>
              <a:cs typeface="Consolas"/>
            </a:endParaRPr>
          </a:p>
          <a:p>
            <a:pPr marL="283879" indent="-283879">
              <a:buFont typeface="Arial"/>
              <a:buChar char="•"/>
              <a:defRPr/>
            </a:pPr>
            <a:endParaRPr sz="1400">
              <a:latin typeface="Consolas"/>
              <a:ea typeface="Consolas"/>
              <a:cs typeface="Consolas"/>
            </a:endParaRPr>
          </a:p>
          <a:p>
            <a:pPr>
              <a:defRPr/>
            </a:pPr>
            <a:r>
              <a:rPr sz="1400">
                <a:latin typeface="Consolas"/>
                <a:ea typeface="Consolas"/>
                <a:cs typeface="Consolas"/>
              </a:rPr>
              <a:t>Alguns postos: extremos não capturados pela cauda ajustada (1 h).</a:t>
            </a:r>
            <a:endParaRPr sz="1400">
              <a:latin typeface="Consolas"/>
              <a:ea typeface="Consolas"/>
              <a:cs typeface="Consolas"/>
            </a:endParaRPr>
          </a:p>
        </p:txBody>
      </p:sp>
      <p:sp>
        <p:nvSpPr>
          <p:cNvPr id="1187984876" name=""/>
          <p:cNvSpPr txBox="1"/>
          <p:nvPr/>
        </p:nvSpPr>
        <p:spPr bwMode="auto">
          <a:xfrm rot="0" flipH="0" flipV="0">
            <a:off x="5081702" y="6182556"/>
            <a:ext cx="6857055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>
                <a:latin typeface="Consolas"/>
                <a:ea typeface="Consolas"/>
                <a:cs typeface="Consolas"/>
              </a:rPr>
              <a:t>κ</a:t>
            </a:r>
            <a:r>
              <a:rPr sz="1400" baseline="-25000">
                <a:latin typeface="Consolas"/>
                <a:ea typeface="Consolas"/>
                <a:cs typeface="Consolas"/>
              </a:rPr>
              <a:t>d</a:t>
            </a:r>
            <a:r>
              <a:rPr sz="1400">
                <a:latin typeface="Consolas"/>
                <a:ea typeface="Consolas"/>
                <a:cs typeface="Consolas"/>
              </a:rPr>
              <a:t> = </a:t>
            </a:r>
            <a:r>
              <a:rPr lang="pt-BR" sz="1400" b="0" i="0" u="none" strike="noStrike" cap="none" spc="0">
                <a:solidFill>
                  <a:schemeClr val="tx1"/>
                </a:solidFill>
                <a:latin typeface="Consolas"/>
                <a:ea typeface="Consolas"/>
                <a:cs typeface="Consolas"/>
              </a:rPr>
              <a:t>κ</a:t>
            </a:r>
            <a:r>
              <a:rPr sz="1400">
                <a:latin typeface="Consolas"/>
                <a:ea typeface="Consolas"/>
                <a:cs typeface="Consolas"/>
              </a:rPr>
              <a:t> é razoável</a:t>
            </a:r>
            <a:r>
              <a:rPr sz="1400">
                <a:latin typeface="Consolas"/>
                <a:ea typeface="Consolas"/>
                <a:cs typeface="Consolas"/>
              </a:rPr>
              <a:t>?</a:t>
            </a:r>
            <a:endParaRPr sz="1400">
              <a:latin typeface="Consolas"/>
              <a:ea typeface="Consolas"/>
              <a:cs typeface="Consola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77134356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5093083" y="677639"/>
            <a:ext cx="6507060" cy="520638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88553953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781874" y="1641319"/>
            <a:ext cx="5476874" cy="4212980"/>
          </a:xfrm>
          <a:prstGeom prst="rect">
            <a:avLst/>
          </a:prstGeom>
        </p:spPr>
      </p:pic>
      <p:sp>
        <p:nvSpPr>
          <p:cNvPr id="10776332" name=""/>
          <p:cNvSpPr txBox="1"/>
          <p:nvPr/>
        </p:nvSpPr>
        <p:spPr bwMode="auto">
          <a:xfrm rot="0" flipH="0" flipV="0">
            <a:off x="1112604" y="1190624"/>
            <a:ext cx="4093798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>
                <a:latin typeface="Consolas"/>
                <a:ea typeface="Consolas"/>
                <a:cs typeface="Consolas"/>
              </a:rPr>
              <a:t>A812; d = 20 h; 12 anos; sem priori</a:t>
            </a:r>
            <a:endParaRPr sz="1600">
              <a:latin typeface="Consolas"/>
              <a:cs typeface="Consolas"/>
            </a:endParaRPr>
          </a:p>
        </p:txBody>
      </p:sp>
      <p:pic>
        <p:nvPicPr>
          <p:cNvPr id="1884058298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rot="0" flipH="0" flipV="0">
            <a:off x="6258749" y="1641319"/>
            <a:ext cx="5475600" cy="4212000"/>
          </a:xfrm>
          <a:prstGeom prst="rect">
            <a:avLst/>
          </a:prstGeom>
        </p:spPr>
      </p:pic>
      <p:sp>
        <p:nvSpPr>
          <p:cNvPr id="85219471" name=""/>
          <p:cNvSpPr txBox="1"/>
          <p:nvPr/>
        </p:nvSpPr>
        <p:spPr bwMode="auto">
          <a:xfrm rot="0" flipH="0" flipV="0">
            <a:off x="6609587" y="1190624"/>
            <a:ext cx="4093798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>
                <a:latin typeface="Consolas"/>
                <a:ea typeface="Consolas"/>
                <a:cs typeface="Consolas"/>
              </a:rPr>
              <a:t>A801; d = 20 h; 18 anos; sem priori</a:t>
            </a:r>
            <a:endParaRPr sz="1600">
              <a:latin typeface="Consolas"/>
              <a:cs typeface="Consolas"/>
            </a:endParaRPr>
          </a:p>
        </p:txBody>
      </p:sp>
      <p:sp>
        <p:nvSpPr>
          <p:cNvPr id="1844077676" name=""/>
          <p:cNvSpPr txBox="1"/>
          <p:nvPr/>
        </p:nvSpPr>
        <p:spPr bwMode="auto">
          <a:xfrm rot="0" flipH="0" flipV="0">
            <a:off x="1112604" y="824504"/>
            <a:ext cx="6551638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>
                <a:latin typeface="Consolas"/>
                <a:ea typeface="Consolas"/>
                <a:cs typeface="Consolas"/>
              </a:rPr>
              <a:t>Instabilidades em durações maiores (pouca variabilidade?)</a:t>
            </a:r>
            <a:endParaRPr sz="1600">
              <a:latin typeface="Consolas"/>
              <a:cs typeface="Consola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ONLYOFFICE/9.3.1.8</Application>
  <PresentationFormat>On-screen Show (4:3)</PresentationFormat>
  <Paragraphs>0</Paragraphs>
  <Slides>3</Slides>
  <Notes>3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4" baseType="lpstr">
      <vt:lpstr>Theme 1</vt:lpstr>
      <vt:lpstr>Slide 1</vt:lpstr>
      <vt:lpstr>Slide 2</vt:lpstr>
      <vt:lpstr>Slide 3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7</cp:revision>
  <dcterms:created xsi:type="dcterms:W3CDTF">2012-12-03T06:56:55Z</dcterms:created>
  <dcterms:modified xsi:type="dcterms:W3CDTF">2026-06-12T21:10:53Z</dcterms:modified>
</cp:coreProperties>
</file>