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7340124" d="6488165"/>
          <a:sy n="0" d="6750318"/>
        </p:scale>
        <p:origin x="6029381" y="3342387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481442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</a:rPr>
              <a:t>Clique para mover o slide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73440889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pt-BR" sz="2000" b="0" u="none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64666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139441" name="PlaceHolder 4"/>
          <p:cNvSpPr>
            <a:spLocks noGrp="1"/>
          </p:cNvSpPr>
          <p:nvPr>
            <p:ph type="dt" idx="34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9237422" name="PlaceHolder 5"/>
          <p:cNvSpPr>
            <a:spLocks noGrp="1"/>
          </p:cNvSpPr>
          <p:nvPr>
            <p:ph type="ftr" idx="35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064687" name="PlaceHolder 6"/>
          <p:cNvSpPr>
            <a:spLocks noGrp="1"/>
          </p:cNvSpPr>
          <p:nvPr>
            <p:ph type="sldNum" idx="36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004777B0-DAC2-411D-ADFD-808D198D1209}" type="slidenum"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8002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94619109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018822" name="PlaceHolder 3"/>
          <p:cNvSpPr>
            <a:spLocks noGrp="1"/>
          </p:cNvSpPr>
          <p:nvPr>
            <p:ph type="sldNum" idx="3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CAC8895-A497-4113-AA15-4A3EE2E537AD}" type="slidenum">
              <a:rPr lang="pt-BR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45636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42549405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4353035" name="PlaceHolder 3"/>
          <p:cNvSpPr>
            <a:spLocks noGrp="1"/>
          </p:cNvSpPr>
          <p:nvPr>
            <p:ph type="sldNum" idx="3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123626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0992911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642643" name="PlaceHolder 3"/>
          <p:cNvSpPr>
            <a:spLocks noGrp="1"/>
          </p:cNvSpPr>
          <p:nvPr>
            <p:ph type="sldNum" idx="3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03902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5326962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780834" name="PlaceHolder 3"/>
          <p:cNvSpPr>
            <a:spLocks noGrp="1"/>
          </p:cNvSpPr>
          <p:nvPr>
            <p:ph type="sldNum" idx="4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  <a:defRPr/>
            </a:pPr>
            <a:endParaRPr lang="pt-BR" sz="1200" b="0" u="none" strike="noStrike">
              <a:solidFill>
                <a:schemeClr val="dk1"/>
              </a:solidFill>
              <a:latin typeface="+mn-lt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7F03B5-DAF6-903B-ED1F-8FAA077F3E7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821983-05AB-F7C6-EF69-69EFE3F9CF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117676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03133120" name="PlaceHolder 2"/>
          <p:cNvSpPr>
            <a:spLocks noGrp="1"/>
          </p:cNvSpPr>
          <p:nvPr>
            <p:ph type="dt" idx="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705878" name="PlaceHolder 3"/>
          <p:cNvSpPr>
            <a:spLocks noGrp="1"/>
          </p:cNvSpPr>
          <p:nvPr>
            <p:ph type="ftr" idx="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763694" name="PlaceHolder 4"/>
          <p:cNvSpPr>
            <a:spLocks noGrp="1"/>
          </p:cNvSpPr>
          <p:nvPr>
            <p:ph type="sldNum" idx="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52D9B73-794C-4426-A138-B5AB627A5461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605409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2400" b="0" u="none" strike="noStrike">
                <a:solidFill>
                  <a:schemeClr val="dk1"/>
                </a:solidFill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 lang="pt-BR" sz="1800" b="0" u="none" strike="noStrike">
                <a:solidFill>
                  <a:schemeClr val="dk1"/>
                </a:solidFill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1800" b="0" u="none" strike="noStrike">
                <a:solidFill>
                  <a:schemeClr val="dk1"/>
                </a:solidFill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pt-BR" sz="2000" b="0" u="none" strike="noStrike">
                <a:solidFill>
                  <a:schemeClr val="dk1"/>
                </a:solidFill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</a:rPr>
              <a:t>4.º nível de tópicos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</a:rPr>
              <a:t>5.º nível de tópicos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126007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49216983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98845483" name="PlaceHolder 3"/>
          <p:cNvSpPr>
            <a:spLocks noGrp="1"/>
          </p:cNvSpPr>
          <p:nvPr>
            <p:ph type="dt" idx="4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6260608" name="PlaceHolder 4"/>
          <p:cNvSpPr>
            <a:spLocks noGrp="1"/>
          </p:cNvSpPr>
          <p:nvPr>
            <p:ph type="ftr" idx="5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519908" name="PlaceHolder 5"/>
          <p:cNvSpPr>
            <a:spLocks noGrp="1"/>
          </p:cNvSpPr>
          <p:nvPr>
            <p:ph type="sldNum" idx="6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34A6E6AD-6A23-4A00-9862-7005AF7FFA8B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76932" name="PlaceHolder 1"/>
          <p:cNvSpPr>
            <a:spLocks noGrp="1"/>
          </p:cNvSpPr>
          <p:nvPr>
            <p:ph type="title"/>
          </p:nvPr>
        </p:nvSpPr>
        <p:spPr bwMode="auto"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65801683" name="PlaceHolder 2"/>
          <p:cNvSpPr>
            <a:spLocks noGrp="1"/>
          </p:cNvSpPr>
          <p:nvPr>
            <p:ph type="body"/>
          </p:nvPr>
        </p:nvSpPr>
        <p:spPr bwMode="auto"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3102972" name="PlaceHolder 3"/>
          <p:cNvSpPr>
            <a:spLocks noGrp="1"/>
          </p:cNvSpPr>
          <p:nvPr>
            <p:ph type="dt" idx="7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327111" name="PlaceHolder 4"/>
          <p:cNvSpPr>
            <a:spLocks noGrp="1"/>
          </p:cNvSpPr>
          <p:nvPr>
            <p:ph type="ftr" idx="8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161506" name="PlaceHolder 5"/>
          <p:cNvSpPr>
            <a:spLocks noGrp="1"/>
          </p:cNvSpPr>
          <p:nvPr>
            <p:ph type="sldNum" idx="9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0776A56-DD25-490D-9483-2C3F2B59FA2D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777856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47155070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20746890" name="PlaceHolder 3"/>
          <p:cNvSpPr>
            <a:spLocks noGrp="1"/>
          </p:cNvSpPr>
          <p:nvPr>
            <p:ph type="dt" idx="10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8315392" name="PlaceHolder 4"/>
          <p:cNvSpPr>
            <a:spLocks noGrp="1"/>
          </p:cNvSpPr>
          <p:nvPr>
            <p:ph type="ftr" idx="11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928494" name="PlaceHolder 5"/>
          <p:cNvSpPr>
            <a:spLocks noGrp="1"/>
          </p:cNvSpPr>
          <p:nvPr>
            <p:ph type="sldNum" idx="12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E901782-9E46-4ABF-B691-3FAB25E6530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abeçalho da Secçã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33387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60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6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2610612" name="PlaceHolder 2"/>
          <p:cNvSpPr>
            <a:spLocks noGrp="1"/>
          </p:cNvSpPr>
          <p:nvPr>
            <p:ph type="body"/>
          </p:nvPr>
        </p:nvSpPr>
        <p:spPr bwMode="auto">
          <a:xfrm>
            <a:off x="831960" y="4589640"/>
            <a:ext cx="10515240" cy="1499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>
                  <a:tint val="75000"/>
                </a:schemeClr>
              </a:solidFill>
              <a:latin typeface="Arial"/>
            </a:endParaRPr>
          </a:p>
        </p:txBody>
      </p:sp>
      <p:sp>
        <p:nvSpPr>
          <p:cNvPr id="1910755729" name="PlaceHolder 3"/>
          <p:cNvSpPr>
            <a:spLocks noGrp="1"/>
          </p:cNvSpPr>
          <p:nvPr>
            <p:ph type="dt" idx="13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239857" name="PlaceHolder 4"/>
          <p:cNvSpPr>
            <a:spLocks noGrp="1"/>
          </p:cNvSpPr>
          <p:nvPr>
            <p:ph type="ftr" idx="14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780362" name="PlaceHolder 5"/>
          <p:cNvSpPr>
            <a:spLocks noGrp="1"/>
          </p:cNvSpPr>
          <p:nvPr>
            <p:ph type="sldNum" idx="15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7638DD0-3A94-4F33-BC1D-A0D22819007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563866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00280901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35969075" name="PlaceHolder 3"/>
          <p:cNvSpPr>
            <a:spLocks noGrp="1"/>
          </p:cNvSpPr>
          <p:nvPr>
            <p:ph type="body"/>
          </p:nvPr>
        </p:nvSpPr>
        <p:spPr bwMode="auto"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04451316" name="PlaceHolder 4"/>
          <p:cNvSpPr>
            <a:spLocks noGrp="1"/>
          </p:cNvSpPr>
          <p:nvPr>
            <p:ph type="dt" idx="16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019528" name="PlaceHolder 5"/>
          <p:cNvSpPr>
            <a:spLocks noGrp="1"/>
          </p:cNvSpPr>
          <p:nvPr>
            <p:ph type="ftr" idx="17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0433817" name="PlaceHolder 6"/>
          <p:cNvSpPr>
            <a:spLocks noGrp="1"/>
          </p:cNvSpPr>
          <p:nvPr>
            <p:ph type="sldNum" idx="18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7F597EC-3617-438D-B5DB-3A111EB62035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açã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6233132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64613065" name="PlaceHolder 2"/>
          <p:cNvSpPr>
            <a:spLocks noGrp="1"/>
          </p:cNvSpPr>
          <p:nvPr>
            <p:ph type="body"/>
          </p:nvPr>
        </p:nvSpPr>
        <p:spPr bwMode="auto">
          <a:xfrm>
            <a:off x="839879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1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61442551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88926141" name="PlaceHolder 4"/>
          <p:cNvSpPr>
            <a:spLocks noGrp="1"/>
          </p:cNvSpPr>
          <p:nvPr>
            <p:ph type="body"/>
          </p:nvPr>
        </p:nvSpPr>
        <p:spPr bwMode="auto"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2400" b="1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15580430" name="PlaceHolder 5"/>
          <p:cNvSpPr>
            <a:spLocks noGrp="1"/>
          </p:cNvSpPr>
          <p:nvPr>
            <p:ph type="body"/>
          </p:nvPr>
        </p:nvSpPr>
        <p:spPr bwMode="auto"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pt-BR" sz="18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20142342" name="PlaceHolder 6"/>
          <p:cNvSpPr>
            <a:spLocks noGrp="1"/>
          </p:cNvSpPr>
          <p:nvPr>
            <p:ph type="dt" idx="19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9401" name="PlaceHolder 7"/>
          <p:cNvSpPr>
            <a:spLocks noGrp="1"/>
          </p:cNvSpPr>
          <p:nvPr>
            <p:ph type="ftr" idx="20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703731" name="PlaceHolder 8"/>
          <p:cNvSpPr>
            <a:spLocks noGrp="1"/>
          </p:cNvSpPr>
          <p:nvPr>
            <p:ph type="sldNum" idx="21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1A7DDD8-99CC-494B-89CD-657EB54FAB46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790440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44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55126429" name="PlaceHolder 2"/>
          <p:cNvSpPr>
            <a:spLocks noGrp="1"/>
          </p:cNvSpPr>
          <p:nvPr>
            <p:ph type="dt" idx="22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8838023" name="PlaceHolder 3"/>
          <p:cNvSpPr>
            <a:spLocks noGrp="1"/>
          </p:cNvSpPr>
          <p:nvPr>
            <p:ph type="ftr" idx="23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772465" name="PlaceHolder 4"/>
          <p:cNvSpPr>
            <a:spLocks noGrp="1"/>
          </p:cNvSpPr>
          <p:nvPr>
            <p:ph type="sldNum" idx="24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BBE4307-3055-4912-9177-EA7E3C69B32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547802" name="PlaceHolder 1"/>
          <p:cNvSpPr>
            <a:spLocks noGrp="1"/>
          </p:cNvSpPr>
          <p:nvPr>
            <p:ph type="dt" idx="25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649353" name="PlaceHolder 2"/>
          <p:cNvSpPr>
            <a:spLocks noGrp="1"/>
          </p:cNvSpPr>
          <p:nvPr>
            <p:ph type="ftr" idx="26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529630" name="PlaceHolder 3"/>
          <p:cNvSpPr>
            <a:spLocks noGrp="1"/>
          </p:cNvSpPr>
          <p:nvPr>
            <p:ph type="sldNum" idx="27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9646893-D917-4210-8256-4E51AB9AF3A8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údo com Legenda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430053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44465865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800" b="0" u="none" strike="noStrike">
                <a:solidFill>
                  <a:schemeClr val="dk1"/>
                </a:solidFill>
                <a:latin typeface="Arial"/>
                <a:ea typeface="Arial"/>
              </a:rPr>
              <a:t>Segundo nível</a:t>
            </a:r>
            <a:endParaRPr lang="pt-BR" sz="2800" b="0" u="none" strike="noStrike">
              <a:solidFill>
                <a:schemeClr val="dk1"/>
              </a:solidFill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400" b="0" u="none" strike="noStrike">
                <a:solidFill>
                  <a:schemeClr val="dk1"/>
                </a:solidFill>
                <a:latin typeface="Arial"/>
                <a:ea typeface="Arial"/>
              </a:rPr>
              <a:t>Terceiro nível</a:t>
            </a:r>
            <a:endParaRPr lang="pt-BR" sz="2400" b="0" u="none" strike="noStrike">
              <a:solidFill>
                <a:schemeClr val="dk1"/>
              </a:solidFill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Quarto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pt-BR" sz="2000" b="0" u="none" strike="noStrike">
                <a:solidFill>
                  <a:schemeClr val="dk1"/>
                </a:solidFill>
                <a:latin typeface="Arial"/>
                <a:ea typeface="Arial"/>
              </a:rPr>
              <a:t>Quinto nível</a:t>
            </a:r>
            <a:endParaRPr lang="pt-BR" sz="20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93126950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53596681" name="PlaceHolder 4"/>
          <p:cNvSpPr>
            <a:spLocks noGrp="1"/>
          </p:cNvSpPr>
          <p:nvPr>
            <p:ph type="dt" idx="28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309032" name="PlaceHolder 5"/>
          <p:cNvSpPr>
            <a:spLocks noGrp="1"/>
          </p:cNvSpPr>
          <p:nvPr>
            <p:ph type="ftr" idx="29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481286" name="PlaceHolder 6"/>
          <p:cNvSpPr>
            <a:spLocks noGrp="1"/>
          </p:cNvSpPr>
          <p:nvPr>
            <p:ph type="sldNum" idx="30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246CB51-DBFB-4016-9ABF-976A861A7A2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Imagem com Legenda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0905788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 estilo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11788162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pt-BR" sz="3200" b="0" u="none" strike="noStrike">
                <a:solidFill>
                  <a:schemeClr val="dk1"/>
                </a:solidFill>
                <a:latin typeface="Arial"/>
                <a:ea typeface="Arial"/>
              </a:rPr>
              <a:t>Clique no ícone para adicionar imagem</a:t>
            </a:r>
            <a:endParaRPr lang="pt-BR" sz="32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90365473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Arial"/>
                <a:ea typeface="Arial"/>
              </a:rPr>
              <a:t>Clique para editar os estilos</a:t>
            </a:r>
            <a:endParaRPr lang="pt-BR" sz="1600" b="0" u="none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7168517" name="PlaceHolder 4"/>
          <p:cNvSpPr>
            <a:spLocks noGrp="1"/>
          </p:cNvSpPr>
          <p:nvPr>
            <p:ph type="dt" idx="3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defRPr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1282986" name="PlaceHolder 5"/>
          <p:cNvSpPr>
            <a:spLocks noGrp="1"/>
          </p:cNvSpPr>
          <p:nvPr>
            <p:ph type="ftr" idx="3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pt-BR" sz="1400" b="0" u="none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637862" name="PlaceHolder 6"/>
          <p:cNvSpPr>
            <a:spLocks noGrp="1"/>
          </p:cNvSpPr>
          <p:nvPr>
            <p:ph type="sldNum" idx="3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ABC76D8-5264-4616-BFC1-67054919A427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69159" name=""/>
          <p:cNvPicPr/>
          <p:nvPr/>
        </p:nvPicPr>
        <p:blipFill rotWithShape="1">
          <a:blip r:embed="rId3"/>
          <a:stretch/>
        </p:blipFill>
        <p:spPr bwMode="auto">
          <a:xfrm>
            <a:off x="14760" y="0"/>
            <a:ext cx="46746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286701" name=""/>
          <p:cNvSpPr/>
          <p:nvPr/>
        </p:nvSpPr>
        <p:spPr bwMode="auto">
          <a:xfrm>
            <a:off x="3559320" y="52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629127" name=""/>
          <p:cNvSpPr/>
          <p:nvPr/>
        </p:nvSpPr>
        <p:spPr bwMode="auto">
          <a:xfrm>
            <a:off x="3559320" y="754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061626" name=""/>
          <p:cNvSpPr/>
          <p:nvPr/>
        </p:nvSpPr>
        <p:spPr bwMode="auto">
          <a:xfrm>
            <a:off x="2446920" y="754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121492" name=""/>
          <p:cNvSpPr/>
          <p:nvPr/>
        </p:nvSpPr>
        <p:spPr bwMode="auto">
          <a:xfrm>
            <a:off x="3559320" y="217512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742565" name=""/>
          <p:cNvSpPr/>
          <p:nvPr/>
        </p:nvSpPr>
        <p:spPr bwMode="auto">
          <a:xfrm>
            <a:off x="3559320" y="287712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5437" name=""/>
          <p:cNvSpPr/>
          <p:nvPr/>
        </p:nvSpPr>
        <p:spPr bwMode="auto">
          <a:xfrm>
            <a:off x="1334880" y="42879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946093" name=""/>
          <p:cNvSpPr/>
          <p:nvPr/>
        </p:nvSpPr>
        <p:spPr bwMode="auto">
          <a:xfrm>
            <a:off x="5081760" y="259560"/>
            <a:ext cx="686448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d-GEV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 (Koutsoyiannis et al. 1998 + Ulrich et al. 2020):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Posição 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e </a:t>
            </a: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escala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: invariância de escala simples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pt-BR" sz="1400" b="1" u="none" strike="noStrike">
                <a:solidFill>
                  <a:schemeClr val="dk1"/>
                </a:solidFill>
                <a:latin typeface="Consolas"/>
                <a:ea typeface="Consolas"/>
              </a:rPr>
              <a:t>Forma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: constante ao longo das durações (1—24 h, mais informação)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Alguns postos: extremos não capturados pela cauda ajustada (1 h).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33879" name=""/>
          <p:cNvSpPr/>
          <p:nvPr/>
        </p:nvSpPr>
        <p:spPr bwMode="auto">
          <a:xfrm>
            <a:off x="5081760" y="6182640"/>
            <a:ext cx="68565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κ</a:t>
            </a:r>
            <a:r>
              <a:rPr lang="pt-BR" sz="1400" b="0" u="none" strike="noStrike" baseline="-25000">
                <a:solidFill>
                  <a:schemeClr val="dk1"/>
                </a:solidFill>
                <a:latin typeface="Consolas"/>
                <a:ea typeface="Consolas"/>
              </a:rPr>
              <a:t>d</a:t>
            </a:r>
            <a:r>
              <a:rPr lang="pt-BR" sz="1400" b="0" u="none" strike="noStrike">
                <a:solidFill>
                  <a:schemeClr val="dk1"/>
                </a:solidFill>
                <a:latin typeface="Consolas"/>
                <a:ea typeface="Consolas"/>
              </a:rPr>
              <a:t> = κ é razoável?</a:t>
            </a:r>
            <a:endParaRPr lang="pt-BR" sz="14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3635271" name=""/>
          <p:cNvPicPr/>
          <p:nvPr/>
        </p:nvPicPr>
        <p:blipFill rotWithShape="1">
          <a:blip r:embed="rId3"/>
          <a:stretch/>
        </p:blipFill>
        <p:spPr bwMode="auto">
          <a:xfrm>
            <a:off x="5092920" y="677520"/>
            <a:ext cx="6506640" cy="5205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51063980" name=""/>
          <p:cNvPicPr/>
          <p:nvPr/>
        </p:nvPicPr>
        <p:blipFill rotWithShape="1">
          <a:blip r:embed="rId3"/>
          <a:stretch/>
        </p:blipFill>
        <p:spPr bwMode="auto">
          <a:xfrm>
            <a:off x="781920" y="1641240"/>
            <a:ext cx="5476680" cy="421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339657" name=""/>
          <p:cNvSpPr/>
          <p:nvPr/>
        </p:nvSpPr>
        <p:spPr bwMode="auto">
          <a:xfrm>
            <a:off x="1112760" y="1190520"/>
            <a:ext cx="40935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A812; d = 20 h; 12 anos; sem priori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6131005" name=""/>
          <p:cNvPicPr/>
          <p:nvPr/>
        </p:nvPicPr>
        <p:blipFill rotWithShape="1">
          <a:blip r:embed="rId4"/>
          <a:stretch/>
        </p:blipFill>
        <p:spPr bwMode="auto">
          <a:xfrm>
            <a:off x="6258600" y="1641240"/>
            <a:ext cx="5475240" cy="42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4901341" name=""/>
          <p:cNvSpPr/>
          <p:nvPr/>
        </p:nvSpPr>
        <p:spPr bwMode="auto">
          <a:xfrm>
            <a:off x="6609600" y="1190520"/>
            <a:ext cx="40935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A801; d = 20 h; 18 anos; sem priori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434656" name=""/>
          <p:cNvSpPr/>
          <p:nvPr/>
        </p:nvSpPr>
        <p:spPr bwMode="auto">
          <a:xfrm>
            <a:off x="1112760" y="824400"/>
            <a:ext cx="65512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wrap="none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pt-BR" sz="1600" b="0" u="none" strike="noStrike">
                <a:solidFill>
                  <a:schemeClr val="dk1"/>
                </a:solidFill>
                <a:latin typeface="Consolas"/>
                <a:ea typeface="Consolas"/>
              </a:rPr>
              <a:t>Instabilidades em durações maiores (pouca variabilidade?)</a:t>
            </a:r>
            <a:endParaRPr lang="pt-BR" sz="16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01450082" name=""/>
          <p:cNvPicPr/>
          <p:nvPr/>
        </p:nvPicPr>
        <p:blipFill rotWithShape="1">
          <a:blip r:embed="rId3"/>
          <a:stretch/>
        </p:blipFill>
        <p:spPr bwMode="auto">
          <a:xfrm>
            <a:off x="6226560" y="1830240"/>
            <a:ext cx="5270400" cy="356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1085512" name=""/>
          <p:cNvPicPr/>
          <p:nvPr/>
        </p:nvPicPr>
        <p:blipFill rotWithShape="1">
          <a:blip r:embed="rId4"/>
          <a:stretch/>
        </p:blipFill>
        <p:spPr bwMode="auto">
          <a:xfrm>
            <a:off x="336960" y="1830240"/>
            <a:ext cx="5270400" cy="3563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376142" name=""/>
          <p:cNvSpPr txBox="1"/>
          <p:nvPr/>
        </p:nvSpPr>
        <p:spPr bwMode="auto">
          <a:xfrm>
            <a:off x="135360" y="121680"/>
            <a:ext cx="501264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pPr>
              <a:defRPr/>
            </a:pPr>
            <a:r>
              <a:rPr lang="pt-BR" sz="1800" b="0" u="none" strike="noStrike">
                <a:solidFill>
                  <a:srgbClr val="000000"/>
                </a:solidFill>
                <a:latin typeface="Arial"/>
              </a:rPr>
              <a:t>Testes com ‘perfil de verossimilhança’ p/ d-GEV</a:t>
            </a:r>
            <a:br>
              <a:rPr sz="1800"/>
            </a:br>
            <a:r>
              <a:rPr lang="pt-BR" sz="1800" b="0" u="none" strike="noStrike">
                <a:solidFill>
                  <a:srgbClr val="000000"/>
                </a:solidFill>
                <a:latin typeface="Arial"/>
              </a:rPr>
              <a:t>Estação ‘430060402A’ sem informação </a:t>
            </a:r>
            <a:r>
              <a:rPr lang="pt-BR" sz="1800" b="0" i="1" u="none" strike="noStrike">
                <a:solidFill>
                  <a:srgbClr val="000000"/>
                </a:solidFill>
                <a:latin typeface="Arial"/>
              </a:rPr>
              <a:t>a priori</a:t>
            </a:r>
            <a:endParaRPr lang="pt-BR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7488450" name=""/>
          <p:cNvPicPr/>
          <p:nvPr/>
        </p:nvPicPr>
        <p:blipFill rotWithShape="1">
          <a:blip r:embed="rId3"/>
          <a:stretch/>
        </p:blipFill>
        <p:spPr bwMode="auto">
          <a:xfrm>
            <a:off x="18000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7867165" name=""/>
          <p:cNvPicPr/>
          <p:nvPr/>
        </p:nvPicPr>
        <p:blipFill rotWithShape="1">
          <a:blip r:embed="rId4"/>
          <a:stretch/>
        </p:blipFill>
        <p:spPr bwMode="auto">
          <a:xfrm>
            <a:off x="396000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74544190" name=""/>
          <p:cNvPicPr/>
          <p:nvPr/>
        </p:nvPicPr>
        <p:blipFill rotWithShape="1">
          <a:blip r:embed="rId5"/>
          <a:stretch/>
        </p:blipFill>
        <p:spPr bwMode="auto">
          <a:xfrm>
            <a:off x="770256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7206527" name=""/>
          <p:cNvPicPr/>
          <p:nvPr/>
        </p:nvPicPr>
        <p:blipFill rotWithShape="1">
          <a:blip r:embed="rId6"/>
          <a:stretch/>
        </p:blipFill>
        <p:spPr bwMode="auto">
          <a:xfrm>
            <a:off x="212760" y="3240000"/>
            <a:ext cx="3784680" cy="23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0059755" name=""/>
          <p:cNvPicPr/>
          <p:nvPr/>
        </p:nvPicPr>
        <p:blipFill rotWithShape="1">
          <a:blip r:embed="rId7"/>
          <a:stretch/>
        </p:blipFill>
        <p:spPr bwMode="auto">
          <a:xfrm>
            <a:off x="3955320" y="3240000"/>
            <a:ext cx="3784680" cy="234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751485" name=""/>
          <p:cNvSpPr txBox="1"/>
          <p:nvPr/>
        </p:nvSpPr>
        <p:spPr bwMode="auto">
          <a:xfrm rot="0" flipH="0" flipV="0">
            <a:off x="451145" y="423333"/>
            <a:ext cx="4105567" cy="2202074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pt-BR" sz="1200"/>
              <a:t>Perfil de verossimilhança p/ quantis i_d,p</a:t>
            </a:r>
            <a:r>
              <a:rPr lang="pt-BR" sz="1200"/>
              <a:t>:</a:t>
            </a:r>
            <a:br>
              <a:rPr lang="pt-BR" sz="1200"/>
            </a:br>
            <a:br>
              <a:rPr lang="pt-BR" sz="1200"/>
            </a:br>
            <a:r>
              <a:rPr lang="pt-BR" sz="1200"/>
              <a:t>1. Reescrever um dos parâmetros em função dos quantis:</a:t>
            </a:r>
            <a:endParaRPr lang="pt-BR" sz="1200"/>
          </a:p>
          <a:p>
            <a:pPr>
              <a:defRPr/>
            </a:pPr>
            <a:endParaRPr lang="pt-BR" sz="12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pt-BR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pt-BR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=μ+</m:t>
                      </m:r>
                      <m:f>
                        <m:fPr>
                          <m:ctrlPr>
                            <a:rPr lang="pt-BR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ξ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</m:t>
                          </m:r>
                          <m:sSup>
                            <m:sSupPr>
                              <m:ctrlPr>
                                <a:rPr lang="pt-BR" sz="1200" b="0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1200" i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pt-BR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func>
                                    <m:funcPr>
                                      <m:ctrlPr>
                                        <a:rPr lang="pt-BR" sz="1200" i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i"/>
                                        </m:rPr>
                                        <a:rPr lang="pt-BR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pt-BR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(p)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pt-BR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mc:Choice>
              <mc:Fallback/>
            </mc:AlternateContent>
            <a:endParaRPr lang="pt-BR" sz="1200" i="1"/>
          </a:p>
          <a:p>
            <a:pPr>
              <a:defRPr/>
            </a:pPr>
            <a:endParaRPr lang="pt-BR" sz="1200" i="1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/>
                        <a:rPr lang="pt-BR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Sup>
                        <m:sSubSupPr>
                          <m:alnScr m:val="off"/>
                          <m:ctrl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m:rPr/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  <m:sup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'</m:t>
                          </m:r>
                        </m:sup>
                      </m:sSubSup>
                      <m:r>
                        <m:rPr/>
                        <a:rPr lang="pt-BR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f>
                        <m:fPr>
                          <m:ctrlPr>
                            <a:rPr lang="pt-BR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ξ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sz="120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i"/>
                            </m:rPr>
                            <a:rPr lang="pt-BR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1-</m:t>
                          </m:r>
                          <m:sSup>
                            <m:sSupPr>
                              <m:ctrlPr>
                                <a:rPr lang="pt-BR" sz="1200" b="0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1200" i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i"/>
                                    </m:rPr>
                                    <a:rPr lang="pt-BR" sz="12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func>
                                    <m:funcPr>
                                      <m:ctrlPr>
                                        <a:rPr lang="pt-BR" sz="1200" i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i"/>
                                        </m:rPr>
                                        <a:rPr lang="pt-BR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pt-BR" sz="12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(p)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pt-BR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mc:Choice>
              <mc:Fallback/>
            </mc:AlternateContent>
            <a:endParaRPr lang="pt-BR" sz="1200" i="1"/>
          </a:p>
          <a:p>
            <a:pPr>
              <a:defRPr/>
            </a:pPr>
            <a:endParaRPr sz="1200" i="1"/>
          </a:p>
          <a:p>
            <a:pPr>
              <a:defRPr/>
            </a:pPr>
            <a:r>
              <a:rPr lang="pt-BR" sz="1200" i="0"/>
              <a:t>na d-GEV:</a:t>
            </a:r>
            <a:endParaRPr lang="pt-BR" sz="1200" i="0"/>
          </a:p>
          <a:p>
            <a:pPr>
              <a:defRPr/>
            </a:pPr>
            <a:endParaRPr sz="1200" i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pt-BR</dc:language>
  <cp:lastModifiedBy/>
  <cp:revision>11</cp:revision>
  <dcterms:created xsi:type="dcterms:W3CDTF">2012-12-03T06:56:55Z</dcterms:created>
  <dcterms:modified xsi:type="dcterms:W3CDTF">2026-07-03T16:36:45Z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4</vt:i4>
  </property>
  <property fmtid="{D5CDD505-2E9C-101B-9397-08002B2CF9AE}" pid="4" name="PresentationFormat">
    <vt:lpwstr>On-screen Show (4:3)</vt:lpwstr>
  </property>
  <property fmtid="{D5CDD505-2E9C-101B-9397-08002B2CF9AE}" pid="5" name="Slides">
    <vt:i4>4</vt:i4>
  </property>
</Properties>
</file>