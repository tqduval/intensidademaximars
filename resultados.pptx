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1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914400">
              <a:lnSpc>
                <a:spcPct val="90000"/>
              </a:lnSpc>
            </a:pP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Clique para mover o slide</a:t>
            </a:r>
            <a:endParaRPr lang="pt-B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&lt;cabeçalho&gt;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04777B0-DAC2-411D-ADFD-808D198D1209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CAC8895-A497-4113-AA15-4A3EE2E537AD}" type="slidenum">
              <a:rPr lang="pt-BR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pt-BR" sz="12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pt-BR" sz="12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pt-BR" sz="1200" b="0" u="none" strike="noStrike">
              <a:solidFill>
                <a:schemeClr val="dk1"/>
              </a:solidFill>
              <a:effectLst/>
              <a:uFillTx/>
              <a:latin typeface="+mn-lt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iapositivo de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pt-BR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Clique para editar o estilo</a:t>
            </a:r>
            <a:endParaRPr lang="pt-B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52D9B73-794C-4426-A138-B5AB627A5461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2.º nível de tópicos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3.º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4.º nível de tópicos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5.º nível de tópicos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6.º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7.º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ítulo e texto vertic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Clique para editar o estilo</a:t>
            </a:r>
            <a:endParaRPr lang="pt-BR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Clique para editar os estilos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4A6E6AD-6A23-4A00-9862-7005AF7FFA8B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ítulo vertical e tex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Clique para editar o estilo</a:t>
            </a:r>
            <a:endParaRPr lang="pt-BR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Clique para editar os estilos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0776A56-DD25-490D-9483-2C3F2B59FA2D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ítulo e objec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Clique para editar o estilo</a:t>
            </a:r>
            <a:endParaRPr lang="pt-BR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Clique para editar os estilos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E901782-9E46-4ABF-B691-3FAB25E6530C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beçalho da Secçã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Clique para editar o estilo</a:t>
            </a:r>
            <a:endParaRPr lang="pt-B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Clique para editar os estilos</a:t>
            </a:r>
            <a:endParaRPr lang="pt-BR" sz="24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7638DD0-3A94-4F33-BC1D-A0D228190074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Conteúdo Dup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Clique para editar o estilo</a:t>
            </a:r>
            <a:endParaRPr lang="pt-BR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Clique para editar os estilos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Clique para editar os estilos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7F597EC-3617-438D-B5DB-3A111EB62035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çã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Clique para editar o estilo</a:t>
            </a:r>
            <a:endParaRPr lang="pt-BR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Clique para editar os estilos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Clique para editar os estilos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Clique para editar os estilos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Clique para editar os estilos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Segundo nível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Terceiro nível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Quarto nível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Quinto nível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1A7DDD8-99CC-494B-89CD-657EB54FAB46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ó títul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Clique para editar o estilo</a:t>
            </a:r>
            <a:endParaRPr lang="pt-BR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BBE4307-3055-4912-9177-EA7E3C69B32C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m branc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9646893-D917-4210-8256-4E51AB9AF3A8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údo com Le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Clique para editar os estilos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Clique para editar os estilos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Segundo nível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Terceiro nível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Quarto nível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Quinto nível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Clique para editar os estilos</a:t>
            </a:r>
            <a:endParaRPr lang="pt-BR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246CB51-DBFB-4016-9ABF-976A861A7A24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m com Le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Clique para editar o estilo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Clique no ícone para adicionar imagem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pt-BR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Clique para editar os estilos</a:t>
            </a:r>
            <a:endParaRPr lang="pt-BR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&lt;data/hora&gt;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ABC76D8-5264-4616-BFC1-67054919A427}" type="slidenum">
              <a:rPr lang="pt-BR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"/>
          <p:cNvPicPr/>
          <p:nvPr/>
        </p:nvPicPr>
        <p:blipFill>
          <a:blip r:embed="rId1"/>
          <a:stretch/>
        </p:blipFill>
        <p:spPr>
          <a:xfrm>
            <a:off x="14760" y="0"/>
            <a:ext cx="467460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"/>
          <p:cNvSpPr/>
          <p:nvPr/>
        </p:nvSpPr>
        <p:spPr>
          <a:xfrm>
            <a:off x="3559320" y="52560"/>
            <a:ext cx="1111680" cy="7016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3559320" y="754560"/>
            <a:ext cx="1111680" cy="7016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2446920" y="754560"/>
            <a:ext cx="1111680" cy="7016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3559320" y="2175120"/>
            <a:ext cx="1111680" cy="7016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3559320" y="2877120"/>
            <a:ext cx="1111680" cy="7016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1334880" y="4287960"/>
            <a:ext cx="1111680" cy="7016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5081760" y="259560"/>
            <a:ext cx="6864480" cy="13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d-GEV</a:t>
            </a: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(Koutsoyiannis et al. 1998 + Ulrich et al. 2020):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4040" indent="-2840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pt-BR" sz="14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Posição </a:t>
            </a: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e </a:t>
            </a:r>
            <a:r>
              <a:rPr lang="pt-BR" sz="14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escala</a:t>
            </a: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: invariância de escala simples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4040" indent="-2840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pt-BR" sz="1400" b="1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Forma</a:t>
            </a: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: constante ao longo das durações (1—24 h, mais informação)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Alguns postos: extremos não capturados pela cauda ajustada (1 h).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5081760" y="6182640"/>
            <a:ext cx="685656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κ</a:t>
            </a:r>
            <a:r>
              <a:rPr lang="pt-BR" sz="1400" b="0" u="none" strike="noStrike" baseline="-25000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d</a:t>
            </a:r>
            <a:r>
              <a:rPr lang="pt-BR" sz="14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 = κ é razoável?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"/>
          <p:cNvPicPr/>
          <p:nvPr/>
        </p:nvPicPr>
        <p:blipFill>
          <a:blip r:embed="rId1"/>
          <a:stretch/>
        </p:blipFill>
        <p:spPr>
          <a:xfrm>
            <a:off x="5092920" y="677520"/>
            <a:ext cx="6506640" cy="5205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"/>
          <p:cNvPicPr/>
          <p:nvPr/>
        </p:nvPicPr>
        <p:blipFill>
          <a:blip r:embed="rId1"/>
          <a:stretch/>
        </p:blipFill>
        <p:spPr>
          <a:xfrm>
            <a:off x="781920" y="1641240"/>
            <a:ext cx="5476680" cy="421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"/>
          <p:cNvSpPr/>
          <p:nvPr/>
        </p:nvSpPr>
        <p:spPr>
          <a:xfrm>
            <a:off x="1112760" y="1190520"/>
            <a:ext cx="409356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A812; d = 20 h; 12 anos; sem priori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" name=""/>
          <p:cNvPicPr/>
          <p:nvPr/>
        </p:nvPicPr>
        <p:blipFill>
          <a:blip r:embed="rId2"/>
          <a:stretch/>
        </p:blipFill>
        <p:spPr>
          <a:xfrm>
            <a:off x="6258600" y="1641240"/>
            <a:ext cx="5475240" cy="421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"/>
          <p:cNvSpPr/>
          <p:nvPr/>
        </p:nvSpPr>
        <p:spPr>
          <a:xfrm>
            <a:off x="6609600" y="1190520"/>
            <a:ext cx="409356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A801; d = 20 h; 18 anos; sem priori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1112760" y="824400"/>
            <a:ext cx="655128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horzOverflow="overflow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onsolas"/>
                <a:ea typeface="Consolas"/>
              </a:rPr>
              <a:t>Instabilidades em durações maiores (pouca variabilidade?)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"/>
          <p:cNvPicPr/>
          <p:nvPr/>
        </p:nvPicPr>
        <p:blipFill>
          <a:blip r:embed="rId1"/>
          <a:stretch/>
        </p:blipFill>
        <p:spPr>
          <a:xfrm>
            <a:off x="6226560" y="1830240"/>
            <a:ext cx="5270400" cy="3563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" name=""/>
          <p:cNvPicPr/>
          <p:nvPr/>
        </p:nvPicPr>
        <p:blipFill>
          <a:blip r:embed="rId2"/>
          <a:stretch/>
        </p:blipFill>
        <p:spPr>
          <a:xfrm>
            <a:off x="336960" y="1830240"/>
            <a:ext cx="5270400" cy="3563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"/>
          <p:cNvSpPr txBox="1"/>
          <p:nvPr/>
        </p:nvSpPr>
        <p:spPr>
          <a:xfrm>
            <a:off x="135360" y="121680"/>
            <a:ext cx="5012640" cy="602280"/>
          </a:xfrm>
          <a:prstGeom prst="rect">
            <a:avLst/>
          </a:prstGeom>
          <a:noFill/>
          <a:ln w="0">
            <a:noFill/>
          </a:ln>
        </p:spPr>
        <p:txBody>
          <a:bodyPr wrap="none" lIns="90000" tIns="45000" rIns="90000" bIns="45000" anchor="t">
            <a:spAutoFit/>
          </a:bodyPr>
          <a:p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Testes com ‘perfil de verossimilhança’ p/ d-GEV</a:t>
            </a:r>
            <a:br>
              <a:rPr sz="1800"/>
            </a:br>
            <a:r>
              <a:rPr lang="pt-B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Estação ‘430060402A’ sem informação </a:t>
            </a:r>
            <a:r>
              <a:rPr lang="pt-BR" sz="18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priori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4" name=""/>
          <p:cNvPicPr/>
          <p:nvPr/>
        </p:nvPicPr>
        <p:blipFill>
          <a:blip r:embed="rId1"/>
          <a:stretch/>
        </p:blipFill>
        <p:spPr>
          <a:xfrm>
            <a:off x="180000" y="878040"/>
            <a:ext cx="3817440" cy="2361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5" name=""/>
          <p:cNvPicPr/>
          <p:nvPr/>
        </p:nvPicPr>
        <p:blipFill>
          <a:blip r:embed="rId2"/>
          <a:stretch/>
        </p:blipFill>
        <p:spPr>
          <a:xfrm>
            <a:off x="3960000" y="878040"/>
            <a:ext cx="3817440" cy="2361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6" name=""/>
          <p:cNvPicPr/>
          <p:nvPr/>
        </p:nvPicPr>
        <p:blipFill>
          <a:blip r:embed="rId3"/>
          <a:stretch/>
        </p:blipFill>
        <p:spPr>
          <a:xfrm>
            <a:off x="7702560" y="878040"/>
            <a:ext cx="3817440" cy="2361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7" name=""/>
          <p:cNvPicPr/>
          <p:nvPr/>
        </p:nvPicPr>
        <p:blipFill>
          <a:blip r:embed="rId4"/>
          <a:stretch/>
        </p:blipFill>
        <p:spPr>
          <a:xfrm>
            <a:off x="212760" y="3240000"/>
            <a:ext cx="3784680" cy="234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" name=""/>
          <p:cNvPicPr/>
          <p:nvPr/>
        </p:nvPicPr>
        <p:blipFill>
          <a:blip r:embed="rId5"/>
          <a:stretch/>
        </p:blipFill>
        <p:spPr>
          <a:xfrm>
            <a:off x="3955320" y="3240000"/>
            <a:ext cx="3784680" cy="234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"/>
          <p:cNvPicPr/>
          <p:nvPr/>
        </p:nvPicPr>
        <p:blipFill>
          <a:blip r:embed="rId1"/>
          <a:stretch/>
        </p:blipFill>
        <p:spPr>
          <a:xfrm>
            <a:off x="249840" y="3913560"/>
            <a:ext cx="4449600" cy="2750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0" name=""/>
          <p:cNvPicPr/>
          <p:nvPr/>
        </p:nvPicPr>
        <p:blipFill>
          <a:blip r:embed="rId2"/>
          <a:stretch/>
        </p:blipFill>
        <p:spPr>
          <a:xfrm>
            <a:off x="5576040" y="3822840"/>
            <a:ext cx="4449600" cy="2750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New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217</TotalTime>
  <Application>LibreOffice/26.2.4.2$Windows_X86_64 LibreOffice_project/0229ac93fcf0d7cbc6376066c6f35021cef002dc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2012-12-03T06:56:55Z</dcterms:created>
  <dc:creator/>
  <dc:description/>
  <dc:language>pt-BR</dc:language>
  <cp:lastModifiedBy/>
  <dcterms:modified xsi:type="dcterms:W3CDTF">2026-07-02T19:16:42Z</dcterms:modified>
  <cp:revision>10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2</vt:i4>
  </property>
  <property fmtid="{D5CDD505-2E9C-101B-9397-08002B2CF9AE}" pid="3" name="Notes">
    <vt:i4>4</vt:i4>
  </property>
  <property fmtid="{D5CDD505-2E9C-101B-9397-08002B2CF9AE}" pid="4" name="PresentationFormat">
    <vt:lpwstr>On-screen Show (4:3)</vt:lpwstr>
  </property>
  <property fmtid="{D5CDD505-2E9C-101B-9397-08002B2CF9AE}" pid="5" name="Slides">
    <vt:i4>4</vt:i4>
  </property>
</Properties>
</file>